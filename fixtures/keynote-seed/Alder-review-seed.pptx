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Relationships xmlns="http://schemas.openxmlformats.org/package/2006/relationships"><Relationship Id="root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master"/>
  </p:sldMasterIdLst>
  <p:sldIdLst>
    <p:sldId id="256" r:id="slide1"/>
    <p:sldId id="257" r:id="slide2"/>
    <p:sldId id="258" r:id="slide3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master" Type="http://schemas.openxmlformats.org/officeDocument/2006/relationships/slideMaster" Target="slideMasters/slideMaster1.xml"/><Relationship Id="slide1" Type="http://schemas.openxmlformats.org/officeDocument/2006/relationships/slide" Target="slides/slide1.xml"/><Relationship Id="slide2" Type="http://schemas.openxmlformats.org/officeDocument/2006/relationships/slide" Target="slides/slide2.xml"/><Relationship Id="slide3" Type="http://schemas.openxmlformats.org/officeDocument/2006/relationships/slide" Target="slides/slide3.xml"/></Relationships>
</file>

<file path=ppt/slideLayouts/_rels/slideLayout1.xml.rels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lder fixed sl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layout" Type="http://schemas.openxmlformats.org/officeDocument/2006/relationships/slideLayout" Target="../slideLayouts/slideLayout1.xml"/><Relationship Id="image1" Type="http://schemas.openxmlformats.org/officeDocument/2006/relationships/image" Target="../media/before.png"/><Relationship Id="image2" Type="http://schemas.openxmlformats.org/officeDocument/2006/relationships/image" Target="../media/proposed.png"/></Relationships>
</file>

<file path=ppt/slides/_rels/slide3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1"/>
          <p:cNvSpPr txBox="1"/>
          <p:nvPr/>
        </p:nvSpPr>
        <p:spPr>
          <a:xfrm>
            <a:off x="609600" y="7620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>
                <a:solidFill>
                  <a:srgbClr val="806024"/>
                </a:solidFill>
                <a:latin typeface="Helvetica"/>
              </a:rPr>
              <a:t>FO_REVIEW_KICKER_1</a:t>
            </a:r>
          </a:p>
        </p:txBody>
      </p:sp>
      <p:sp>
        <p:nvSpPr>
          <p:cNvPr id="3" name="title-1"/>
          <p:cNvSpPr txBox="1"/>
          <p:nvPr/>
        </p:nvSpPr>
        <p:spPr>
          <a:xfrm>
            <a:off x="609600" y="12192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>
                <a:solidFill>
                  <a:srgbClr val="173F32"/>
                </a:solidFill>
                <a:latin typeface="Helvetica"/>
              </a:rPr>
              <a:t>FO_REVIEW_TITLE_1</a:t>
            </a:r>
          </a:p>
        </p:txBody>
      </p:sp>
      <p:sp>
        <p:nvSpPr>
          <p:cNvPr id="4" name="body-1"/>
          <p:cNvSpPr txBox="1"/>
          <p:nvPr/>
        </p:nvSpPr>
        <p:spPr>
          <a:xfrm>
            <a:off x="609600" y="2413000"/>
            <a:ext cx="10972800" cy="3429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173F32"/>
                </a:solidFill>
                <a:latin typeface="Helvetica"/>
              </a:rPr>
              <a:t>5.5% gross conversion</a:t>
            </a:r>
          </a:p>
          <a:p>
            <a:r>
              <a:rPr lang="en-US" sz="1800">
                <a:solidFill>
                  <a:srgbClr val="173F32"/>
                </a:solidFill>
                <a:latin typeface="Helvetica"/>
              </a:rPr>
              <a:t>FO_REVIEW_BODY_1</a:t>
            </a:r>
          </a:p>
        </p:txBody>
      </p:sp>
      <p:sp>
        <p:nvSpPr>
          <p:cNvPr id="5" name="footer-1"/>
          <p:cNvSpPr txBox="1"/>
          <p:nvPr/>
        </p:nvSpPr>
        <p:spPr>
          <a:xfrm>
            <a:off x="609600" y="6400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800">
                <a:solidFill>
                  <a:srgbClr val="4A5B43"/>
                </a:solidFill>
                <a:latin typeface="Helvetica"/>
              </a:rPr>
              <a:t>FO_REVIEW_FOOTER_1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2"/>
          <p:cNvSpPr txBox="1"/>
          <p:nvPr/>
        </p:nvSpPr>
        <p:spPr>
          <a:xfrm>
            <a:off x="609600" y="7620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>
                <a:solidFill>
                  <a:srgbClr val="806024"/>
                </a:solidFill>
                <a:latin typeface="Helvetica"/>
              </a:rPr>
              <a:t>FO_REVIEW_KICKER_2</a:t>
            </a:r>
          </a:p>
        </p:txBody>
      </p:sp>
      <p:sp>
        <p:nvSpPr>
          <p:cNvPr id="3" name="title-2"/>
          <p:cNvSpPr txBox="1"/>
          <p:nvPr/>
        </p:nvSpPr>
        <p:spPr>
          <a:xfrm>
            <a:off x="609600" y="12192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>
                <a:solidFill>
                  <a:srgbClr val="173F32"/>
                </a:solidFill>
                <a:latin typeface="Helvetica"/>
              </a:rPr>
              <a:t>FO_REVIEW_TITLE_2</a:t>
            </a:r>
          </a:p>
        </p:txBody>
      </p:sp>
      <p:sp>
        <p:nvSpPr>
          <p:cNvPr id="4" name="body-2"/>
          <p:cNvSpPr txBox="1"/>
          <p:nvPr/>
        </p:nvSpPr>
        <p:spPr>
          <a:xfrm>
            <a:off x="609600" y="5588000"/>
            <a:ext cx="10972800" cy="698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>
                <a:solidFill>
                  <a:srgbClr val="173F32"/>
                </a:solidFill>
                <a:latin typeface="Helvetica"/>
              </a:rPr>
              <a:t>FO_REVIEW_BODY_2</a:t>
            </a:r>
          </a:p>
        </p:txBody>
      </p:sp>
      <p:sp>
        <p:nvSpPr>
          <p:cNvPr id="5" name="footer-2"/>
          <p:cNvSpPr txBox="1"/>
          <p:nvPr/>
        </p:nvSpPr>
        <p:spPr>
          <a:xfrm>
            <a:off x="609600" y="6400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800">
                <a:solidFill>
                  <a:srgbClr val="4A5B43"/>
                </a:solidFill>
                <a:latin typeface="Helvetica"/>
              </a:rPr>
              <a:t>FO_REVIEW_FOOTER_2</a:t>
            </a:r>
          </a:p>
        </p:txBody>
      </p:sp>
      <p:pic>
        <p:nvPicPr>
          <p:cNvPr id="6" name="FO_REVIEW_BEFORE" descr="FO_REVIEW_BEFORE"/>
          <p:cNvPicPr/>
          <p:nvPr/>
        </p:nvPicPr>
        <p:blipFill>
          <a:blip r:embed="image1"/>
          <a:stretch>
            <a:fillRect/>
          </a:stretch>
        </p:blipFill>
        <p:spPr>
          <a:xfrm>
            <a:off x="609600" y="1905000"/>
            <a:ext cx="5334000" cy="3556000"/>
          </a:xfrm>
          <a:prstGeom prst="rect">
            <a:avLst/>
          </a:prstGeom>
        </p:spPr>
      </p:pic>
      <p:pic>
        <p:nvPicPr>
          <p:cNvPr id="7" name="FO_REVIEW_PROPOSED" descr="FO_REVIEW_PROPOSED"/>
          <p:cNvPicPr/>
          <p:nvPr/>
        </p:nvPicPr>
        <p:blipFill>
          <a:blip r:embed="image2"/>
          <a:stretch>
            <a:fillRect/>
          </a:stretch>
        </p:blipFill>
        <p:spPr>
          <a:xfrm>
            <a:off x="6248400" y="1905000"/>
            <a:ext cx="53340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-3"/>
          <p:cNvSpPr txBox="1"/>
          <p:nvPr/>
        </p:nvSpPr>
        <p:spPr>
          <a:xfrm>
            <a:off x="609600" y="7620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100">
                <a:solidFill>
                  <a:srgbClr val="806024"/>
                </a:solidFill>
                <a:latin typeface="Helvetica"/>
              </a:rPr>
              <a:t>FO_REVIEW_KICKER_3</a:t>
            </a:r>
          </a:p>
        </p:txBody>
      </p:sp>
      <p:sp>
        <p:nvSpPr>
          <p:cNvPr id="3" name="title-3"/>
          <p:cNvSpPr txBox="1"/>
          <p:nvPr/>
        </p:nvSpPr>
        <p:spPr>
          <a:xfrm>
            <a:off x="609600" y="12192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100">
                <a:solidFill>
                  <a:srgbClr val="173F32"/>
                </a:solidFill>
                <a:latin typeface="Helvetica"/>
              </a:rPr>
              <a:t>FO_REVIEW_TITLE_3</a:t>
            </a:r>
          </a:p>
        </p:txBody>
      </p:sp>
      <p:sp>
        <p:nvSpPr>
          <p:cNvPr id="4" name="body-3"/>
          <p:cNvSpPr txBox="1"/>
          <p:nvPr/>
        </p:nvSpPr>
        <p:spPr>
          <a:xfrm>
            <a:off x="609600" y="2413000"/>
            <a:ext cx="10972800" cy="3429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>
                <a:solidFill>
                  <a:srgbClr val="173F32"/>
                </a:solidFill>
                <a:latin typeface="Helvetica"/>
              </a:rPr>
              <a:t>FO_REVIEW_BODY_3</a:t>
            </a:r>
          </a:p>
        </p:txBody>
      </p:sp>
      <p:sp>
        <p:nvSpPr>
          <p:cNvPr id="5" name="footer-3"/>
          <p:cNvSpPr txBox="1"/>
          <p:nvPr/>
        </p:nvSpPr>
        <p:spPr>
          <a:xfrm>
            <a:off x="609600" y="6400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800">
                <a:solidFill>
                  <a:srgbClr val="4A5B43"/>
                </a:solidFill>
                <a:latin typeface="Helvetica"/>
              </a:rPr>
              <a:t>FO_REVIEW_FOOTER_3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der">
  <a:themeElements>
    <a:clrScheme name="Alder">
      <a:dk1>
        <a:srgbClr val="173F32"/>
      </a:dk1>
      <a:lt1>
        <a:srgbClr val="F6F0E2"/>
      </a:lt1>
      <a:dk2>
        <a:srgbClr val="284B38"/>
      </a:dk2>
      <a:lt2>
        <a:srgbClr val="E4E9DD"/>
      </a:lt2>
      <a:accent1>
        <a:srgbClr val="173F32"/>
      </a:accent1>
      <a:accent2>
        <a:srgbClr val="C2994E"/>
      </a:accent2>
      <a:accent3>
        <a:srgbClr val="55765B"/>
      </a:accent3>
      <a:accent4>
        <a:srgbClr val="6D785F"/>
      </a:accent4>
      <a:accent5>
        <a:srgbClr val="D6D8C5"/>
      </a:accent5>
      <a:accent6>
        <a:srgbClr val="EFE2BD"/>
      </a:accent6>
      <a:hlink>
        <a:srgbClr val="173F32"/>
      </a:hlink>
      <a:folHlink>
        <a:srgbClr val="55765B"/>
      </a:folHlink>
    </a:clrScheme>
    <a:fontScheme name="Alder">
      <a:majorFont>
        <a:latin typeface="Georgia"/>
        <a:ea typeface=""/>
        <a:cs typeface=""/>
      </a:majorFont>
      <a:minorFont>
        <a:latin typeface="Helvetica"/>
        <a:ea typeface=""/>
        <a:cs typeface=""/>
      </a:minorFont>
    </a:fontScheme>
    <a:fmtScheme name="Alder">
      <a:fillStyleLst/>
      <a:lnStyleLst/>
      <a:effectStyleLst/>
      <a:bgFillStyleLst/>
    </a:fmtScheme>
  </a:themeElements>
</a:theme>
</file>